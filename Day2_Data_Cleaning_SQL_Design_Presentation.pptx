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2: Data Cleaning + SQL Database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Objective: Clean datasets, design SQLite schema, load data, and perform analytics.</a:t>
            </a:r>
          </a:p>
          <a:p>
            <a:r>
              <a:t>• Estimated Duration: 7–8 Hours</a:t>
            </a:r>
          </a:p>
          <a:p>
            <a:r>
              <a:t>• Deliverables: Clean CSVs, SQLite DB, SQL Queries, Data Dictionary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1: Clean nav_history.csv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Parse dates to datetime</a:t>
            </a:r>
          </a:p>
          <a:p>
            <a:r>
              <a:t>• Sort by amfi_code and date</a:t>
            </a:r>
          </a:p>
          <a:p>
            <a:r>
              <a:t>• Forward-fill missing NAV values</a:t>
            </a:r>
          </a:p>
          <a:p>
            <a:r>
              <a:t>• Remove duplicates</a:t>
            </a:r>
          </a:p>
          <a:p>
            <a:r>
              <a:t>• Validate NAV &gt; 0</a:t>
            </a:r>
          </a:p>
          <a:p>
            <a:r>
              <a:t>• Output: clean_nav.csv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2: Clean investor_transactions.csv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Standardize transaction types (SIP/Lumpsum/Redemption)</a:t>
            </a:r>
          </a:p>
          <a:p>
            <a:r>
              <a:t>• Validate amount &gt; 0</a:t>
            </a:r>
          </a:p>
          <a:p>
            <a:r>
              <a:t>• Fix date formats</a:t>
            </a:r>
          </a:p>
          <a:p>
            <a:r>
              <a:t>• Validate KYC status values</a:t>
            </a:r>
          </a:p>
          <a:p>
            <a:r>
              <a:t>• Output: clean_transactions.csv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3: Clean scheme_performance.csv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return values are numeric</a:t>
            </a:r>
          </a:p>
          <a:p>
            <a:r>
              <a:t>• Flag anomalies and invalid values</a:t>
            </a:r>
          </a:p>
          <a:p>
            <a:r>
              <a:t>• Check expense_ratio range (0.1%–2.5%)</a:t>
            </a:r>
          </a:p>
          <a:p>
            <a:r>
              <a:t>• Output: clean_performance.csv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4: SQLite Star Schema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dim_fund</a:t>
            </a:r>
          </a:p>
          <a:p>
            <a:r>
              <a:t>• Create dim_date</a:t>
            </a:r>
          </a:p>
          <a:p>
            <a:r>
              <a:t>• Create fact_nav</a:t>
            </a:r>
          </a:p>
          <a:p>
            <a:r>
              <a:t>• Create fact_transactions</a:t>
            </a:r>
          </a:p>
          <a:p>
            <a:r>
              <a:t>• Create fact_performance</a:t>
            </a:r>
          </a:p>
          <a:p>
            <a:r>
              <a:t>• Create fact_aum</a:t>
            </a:r>
          </a:p>
          <a:p>
            <a:r>
              <a:t>• Define PKs and FKs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5: Load Data into SQLite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SQLAlchemy create_engine()</a:t>
            </a:r>
          </a:p>
          <a:p>
            <a:r>
              <a:t>• Load data using df.to_sql()</a:t>
            </a:r>
          </a:p>
          <a:p>
            <a:r>
              <a:t>• Verify row counts</a:t>
            </a:r>
          </a:p>
          <a:p>
            <a:r>
              <a:t>• Output: bluestock_mf.db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6: Analytical SQL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5 funds by AUM</a:t>
            </a:r>
          </a:p>
          <a:p>
            <a:r>
              <a:t>• Average NAV per month</a:t>
            </a:r>
          </a:p>
          <a:p>
            <a:r>
              <a:t>• SIP YoY growth</a:t>
            </a:r>
          </a:p>
          <a:p>
            <a:r>
              <a:t>• Transactions by state</a:t>
            </a:r>
          </a:p>
          <a:p>
            <a:r>
              <a:t>• Funds with expense_ratio &lt; 1%</a:t>
            </a:r>
          </a:p>
          <a:p>
            <a:r>
              <a:t>• Additional business analytics queries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7: Data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columns</a:t>
            </a:r>
          </a:p>
          <a:p>
            <a:r>
              <a:t>• Data types</a:t>
            </a:r>
          </a:p>
          <a:p>
            <a:r>
              <a:t>• Business definitions</a:t>
            </a:r>
          </a:p>
          <a:p>
            <a:r>
              <a:t>• Source references</a:t>
            </a:r>
          </a:p>
          <a:p>
            <a:r>
              <a:t>• Output: data_dictionary.md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8: Git Commit &amp;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Commit Message: "Day 2: Cleaned data + SQLite DB loaded"</a:t>
            </a:r>
          </a:p>
          <a:p>
            <a:r>
              <a:t>• Push latest changes to GitHub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cleaned CSV files in data/processed/</a:t>
            </a:r>
          </a:p>
          <a:p>
            <a:r>
              <a:t>• bluestock_mf.db</a:t>
            </a:r>
          </a:p>
          <a:p>
            <a:r>
              <a:t>• schema.sql</a:t>
            </a:r>
          </a:p>
          <a:p>
            <a:r>
              <a:t>• queries.sql</a:t>
            </a:r>
          </a:p>
          <a:p>
            <a:r>
              <a:t>• data_dictionary.md</a:t>
            </a:r>
          </a:p>
          <a:p>
            <a:r>
              <a:t>• GitHub repository updated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